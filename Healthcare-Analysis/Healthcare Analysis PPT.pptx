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86" r:id="rId7"/>
    <p:sldId id="297" r:id="rId8"/>
    <p:sldId id="298" r:id="rId9"/>
    <p:sldId id="299" r:id="rId10"/>
    <p:sldId id="300" r:id="rId11"/>
    <p:sldId id="304" r:id="rId12"/>
    <p:sldId id="301" r:id="rId13"/>
    <p:sldId id="302" r:id="rId14"/>
    <p:sldId id="303" r:id="rId15"/>
    <p:sldId id="305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AD68-4242-0023-C179-E38578E4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F511A-DABB-5D02-0914-4B1ED1A09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E771A-286A-9D8B-6B06-3DE48E887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67F68-762F-147B-95C7-81B40405B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0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FA4F-F52F-9D4B-6F47-E2CA2F44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291FC-A07C-0C96-8C81-A5395EAB0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C9C71-7DED-B5DB-9388-15B1FB39E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E2AC7-C0F6-B044-A04D-294B3A9F2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28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CF00-727C-5038-93C1-5C8FCEF0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786BE-6D19-4464-F800-6D5E725B2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DB32E-F3D2-4943-FE7B-AF6669A51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2D9BB-29F2-5AA1-22BF-85502B605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748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31B07-8C1B-9A25-877D-B5415CFB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C681C-5C8B-0BAD-E3AD-2CA70218D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8C2D5-97F0-4D96-8DBE-68633BD93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7D567-8B80-C92F-835F-0EFE6C778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087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19A63-4F1E-6D53-B26E-7BC84021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62F04-823F-14C6-092F-D25BC6732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391DD-0B25-D1DD-EA87-7B6C134A6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4BD05-436F-27F1-BCA7-8618CCFA6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860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D9EE-80BF-00D5-AE36-62D2C26CC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AB7A7-EDE2-6F02-7094-D4DE12868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D5606-0B7C-6B53-56CD-040DE90CE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AED17-A69A-20A9-C64C-A8FB6DB0E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26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821D-DFB2-7349-2CED-221E1C76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05BDE-DB95-30AB-639A-4C6168AC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35700-E8A0-4497-2B75-B0950AF21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DE36-2888-C114-8B07-260F6483A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293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595C-2F79-3472-6255-005E2403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C2909-C8A1-283B-5027-965F296B3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9494F-D1AF-5DFE-61B7-3B24B2BF9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B89C7-6CA9-277B-17EA-5E44440DC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942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2809C-8017-D48D-0B95-B1F4A1CD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1A269-5917-9F79-A14B-E8328DFFE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EEA97-2735-2F24-801D-CF8463EB1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F7674-E9E0-7320-8295-CED63572E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39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mailto:vrundaptl07@gmail.com" TargetMode="External"/><Relationship Id="rId7" Type="http://schemas.openxmlformats.org/officeDocument/2006/relationships/hyperlink" Target="https://github.com/vrundap7/Power_Bi_Projects/tree/52a96d58d2430a59423fb084dacacc14b98804c2/Healthcare-Analysi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jpeg"/><Relationship Id="rId5" Type="http://schemas.openxmlformats.org/officeDocument/2006/relationships/hyperlink" Target="https://www.linkedin.com/in/vrundap7?utm_source=share&amp;utm_campaign=share_via&amp;utm_content=profile&amp;utm_medium=android_app" TargetMode="Externa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61" y="1089764"/>
            <a:ext cx="8139166" cy="2517731"/>
          </a:xfrm>
        </p:spPr>
        <p:txBody>
          <a:bodyPr/>
          <a:lstStyle/>
          <a:p>
            <a:pPr algn="ctr"/>
            <a:r>
              <a:rPr lang="en-US" dirty="0"/>
              <a:t>Healthcare Analysis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ACAD6-655F-91D3-8525-F153C8A47C05}"/>
              </a:ext>
            </a:extLst>
          </p:cNvPr>
          <p:cNvSpPr txBox="1"/>
          <p:nvPr/>
        </p:nvSpPr>
        <p:spPr>
          <a:xfrm>
            <a:off x="2565085" y="5537403"/>
            <a:ext cx="4787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Presented by: </a:t>
            </a:r>
            <a:r>
              <a:rPr lang="en-IN" sz="2400" dirty="0"/>
              <a:t>Vrunda Patel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538889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This project focuses on analyzing healthcare data to understand patient trends, admission patterns, and overall hospital performance.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The dashboard helps in making data-driven decisions to improve patient care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1" y="939452"/>
            <a:ext cx="7600727" cy="1077239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EEA07-9477-C4A8-E6B3-79D8FB6A9476}"/>
              </a:ext>
            </a:extLst>
          </p:cNvPr>
          <p:cNvSpPr txBox="1"/>
          <p:nvPr/>
        </p:nvSpPr>
        <p:spPr>
          <a:xfrm>
            <a:off x="1791222" y="2179529"/>
            <a:ext cx="93444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To analyze patient admissions and non-admissions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To understand patient demographics (age, gender, race)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To evaluate waiting time and patient satisfaction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To identify department-wise performance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D1DEB-70C8-A194-D7FC-30CEFFDD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8329-C67E-D6D7-FEE1-CE6662DA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588993"/>
          </a:xfrm>
        </p:spPr>
        <p:txBody>
          <a:bodyPr/>
          <a:lstStyle/>
          <a:p>
            <a:r>
              <a:rPr lang="en-US" dirty="0"/>
              <a:t>Key Metrics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491DA-8634-33F7-015F-9FF7E9CF0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Total Patients: 85M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Admitted Patients: 43M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Non-Admitted Patients: 42M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Total Referrals: 3816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Average Waiting Time: 35.26 minutes</a:t>
            </a:r>
          </a:p>
        </p:txBody>
      </p:sp>
    </p:spTree>
    <p:extLst>
      <p:ext uri="{BB962C8B-B14F-4D97-AF65-F5344CB8AC3E}">
        <p14:creationId xmlns:p14="http://schemas.microsoft.com/office/powerpoint/2010/main" val="1213796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AECD-32AB-6570-839C-33F07A16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A379-1CD6-46FB-B8C2-A9D2881F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476258"/>
          </a:xfrm>
        </p:spPr>
        <p:txBody>
          <a:bodyPr/>
          <a:lstStyle/>
          <a:p>
            <a:r>
              <a:rPr lang="en-US" dirty="0"/>
              <a:t>Patient Demographics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320D1-8A5A-4128-EFBB-8538CEED3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Majority patients belong to </a:t>
            </a:r>
            <a:r>
              <a:rPr lang="en-US" b="1" dirty="0"/>
              <a:t>30–39 age group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Gender distribution is almost balanced 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Male: ~51%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Female: ~48%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Very few records are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184100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E1C0-2120-5D3E-F359-82C13F23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8E92-7051-4134-98DE-6E602E77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476258"/>
          </a:xfrm>
        </p:spPr>
        <p:txBody>
          <a:bodyPr/>
          <a:lstStyle/>
          <a:p>
            <a:r>
              <a:rPr lang="en-US" dirty="0"/>
              <a:t>Admission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D547C-D0E6-D7F9-7D2E-60C53AE06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Most admissions come under General Practice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Other departments include 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Orthopedics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Cardiology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Neurology</a:t>
            </a:r>
          </a:p>
        </p:txBody>
      </p:sp>
    </p:spTree>
    <p:extLst>
      <p:ext uri="{BB962C8B-B14F-4D97-AF65-F5344CB8AC3E}">
        <p14:creationId xmlns:p14="http://schemas.microsoft.com/office/powerpoint/2010/main" val="199965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17420-16C3-3D98-CE48-7C6897AB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07B0-DEAC-42C3-5ED1-0C62F88B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826986"/>
          </a:xfrm>
        </p:spPr>
        <p:txBody>
          <a:bodyPr/>
          <a:lstStyle/>
          <a:p>
            <a:r>
              <a:rPr lang="en-US" dirty="0"/>
              <a:t>Admission Status by Race &amp;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78329-B70E-CECD-B9A9-5B5CD88AD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517732"/>
            <a:ext cx="9779182" cy="2866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Admissions vary between </a:t>
            </a:r>
            <a:r>
              <a:rPr lang="en-US" b="1" dirty="0"/>
              <a:t>AM and PM </a:t>
            </a:r>
            <a:r>
              <a:rPr lang="en-US" dirty="0"/>
              <a:t>timings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Different patient races show different admission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55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3B09-9643-27DA-7724-4424BED4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71FB-A8C8-5F5C-EFA1-04C90959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902142"/>
          </a:xfrm>
        </p:spPr>
        <p:txBody>
          <a:bodyPr/>
          <a:lstStyle/>
          <a:p>
            <a:r>
              <a:rPr lang="en-US" dirty="0"/>
              <a:t>Waiting Time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4AF6F-BF14-2F6C-806B-90964AD55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517732"/>
            <a:ext cx="9779182" cy="2866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Waiting time differs across departments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 departments show significantly higher delays</a:t>
            </a:r>
          </a:p>
        </p:txBody>
      </p:sp>
    </p:spTree>
    <p:extLst>
      <p:ext uri="{BB962C8B-B14F-4D97-AF65-F5344CB8AC3E}">
        <p14:creationId xmlns:p14="http://schemas.microsoft.com/office/powerpoint/2010/main" val="402255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B18E9-A558-02D8-2DD2-A88A04AB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2B68-4E3B-2737-C2C2-1A7BE531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476258"/>
          </a:xfrm>
        </p:spPr>
        <p:txBody>
          <a:bodyPr/>
          <a:lstStyle/>
          <a:p>
            <a:r>
              <a:rPr lang="en-US" dirty="0"/>
              <a:t>Patient Satisfaction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4060-8DC2-96CA-AFB7-3488AC716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267211"/>
            <a:ext cx="9779182" cy="31170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Satisfaction score is around 5 on average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Highest satisfaction seen in low waiting time (0–15 mins)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Satisfaction decreases as waiting time increases</a:t>
            </a:r>
          </a:p>
        </p:txBody>
      </p:sp>
    </p:spTree>
    <p:extLst>
      <p:ext uri="{BB962C8B-B14F-4D97-AF65-F5344CB8AC3E}">
        <p14:creationId xmlns:p14="http://schemas.microsoft.com/office/powerpoint/2010/main" val="183799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9302-3ED8-6640-8E06-8CB06E8E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F836-DEB3-184A-B6B6-8F6A0394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476258"/>
          </a:xfrm>
        </p:spPr>
        <p:txBody>
          <a:bodyPr/>
          <a:lstStyle/>
          <a:p>
            <a:r>
              <a:rPr lang="en-US" dirty="0"/>
              <a:t>Monthly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53003-3EA5-61E5-CEA0-5E926117B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192055"/>
            <a:ext cx="9779182" cy="31922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Patient satisfaction fluctuates monthly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Highest in March (~5.08)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Lowest in February (~4.92)</a:t>
            </a:r>
          </a:p>
        </p:txBody>
      </p:sp>
    </p:spTree>
    <p:extLst>
      <p:ext uri="{BB962C8B-B14F-4D97-AF65-F5344CB8AC3E}">
        <p14:creationId xmlns:p14="http://schemas.microsoft.com/office/powerpoint/2010/main" val="376370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1C79-F1B7-6AC2-8253-4BB23293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622D-7217-ECAB-B029-D6EA0288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476258"/>
          </a:xfrm>
        </p:spPr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5090-DD44-2962-4CE3-B0CDF6376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292263"/>
            <a:ext cx="9779182" cy="30920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High patient load in General Practice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Waiting time directly impacts satisfaction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Balanced gender distribution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Peak performance varies monthly</a:t>
            </a:r>
          </a:p>
        </p:txBody>
      </p:sp>
    </p:spTree>
    <p:extLst>
      <p:ext uri="{BB962C8B-B14F-4D97-AF65-F5344CB8AC3E}">
        <p14:creationId xmlns:p14="http://schemas.microsoft.com/office/powerpoint/2010/main" val="2372184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2A80-1A96-E9EF-0C51-9867C3E6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62AB-38C8-7661-CF47-D24982A6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805" y="739036"/>
            <a:ext cx="7177413" cy="122755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A0E4E-1C38-8FF0-CD2F-FC1F751D00E4}"/>
              </a:ext>
            </a:extLst>
          </p:cNvPr>
          <p:cNvSpPr txBox="1"/>
          <p:nvPr/>
        </p:nvSpPr>
        <p:spPr>
          <a:xfrm>
            <a:off x="1791222" y="2179529"/>
            <a:ext cx="93444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This dashboard provides valuable insights into hospital operations.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It helps in: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Improving patient experience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Reducing waiting time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Better resource allocation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49575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281632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0285" y="4337293"/>
            <a:ext cx="4546948" cy="635540"/>
          </a:xfrm>
        </p:spPr>
        <p:txBody>
          <a:bodyPr/>
          <a:lstStyle/>
          <a:p>
            <a:r>
              <a:rPr lang="en-US" dirty="0">
                <a:hlinkClick r:id="rId3"/>
              </a:rPr>
              <a:t>vrundaptl07@gmail.com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694264-F169-E655-ACB5-000601F86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27" y="4705168"/>
            <a:ext cx="635540" cy="63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16EA00-5979-9D95-E28E-4BD0E9179813}"/>
              </a:ext>
            </a:extLst>
          </p:cNvPr>
          <p:cNvSpPr txBox="1"/>
          <p:nvPr/>
        </p:nvSpPr>
        <p:spPr>
          <a:xfrm>
            <a:off x="1340285" y="4759893"/>
            <a:ext cx="38426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5"/>
              </a:rPr>
              <a:t>Vrunda Patel</a:t>
            </a:r>
            <a:endParaRPr lang="en-US" sz="2800" dirty="0"/>
          </a:p>
          <a:p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D1C7A94-F55A-51EE-6C04-911A8DA35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72" y="4337293"/>
            <a:ext cx="460592" cy="46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3F3A26-98B2-F14D-99CD-7671864028C5}"/>
              </a:ext>
            </a:extLst>
          </p:cNvPr>
          <p:cNvSpPr txBox="1"/>
          <p:nvPr/>
        </p:nvSpPr>
        <p:spPr>
          <a:xfrm>
            <a:off x="1340284" y="5228773"/>
            <a:ext cx="38426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7"/>
              </a:rPr>
              <a:t>vrundap07</a:t>
            </a:r>
            <a:endParaRPr lang="en-US" sz="2800" dirty="0"/>
          </a:p>
          <a:p>
            <a:endParaRPr lang="en-IN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EA4DF02-F013-EFE0-0557-F87E73466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72" y="5275086"/>
            <a:ext cx="513274" cy="51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119</TotalTime>
  <Words>292</Words>
  <Application>Microsoft Office PowerPoint</Application>
  <PresentationFormat>Widescreen</PresentationFormat>
  <Paragraphs>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Healthcare Analysis Dashboard</vt:lpstr>
      <vt:lpstr>Introduction</vt:lpstr>
      <vt:lpstr>Objectives</vt:lpstr>
      <vt:lpstr>Key Metrics Overview</vt:lpstr>
      <vt:lpstr>Patient Demographics Analysis</vt:lpstr>
      <vt:lpstr>Admission Analysis</vt:lpstr>
      <vt:lpstr>Admission Status by Race &amp; Time</vt:lpstr>
      <vt:lpstr>Waiting Time Analysis</vt:lpstr>
      <vt:lpstr>Patient Satisfaction Analysis</vt:lpstr>
      <vt:lpstr>Monthly Trend Analysis</vt:lpstr>
      <vt:lpstr>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Vrunda Patel</dc:creator>
  <cp:lastModifiedBy>Vrunda Patel</cp:lastModifiedBy>
  <cp:revision>3</cp:revision>
  <dcterms:created xsi:type="dcterms:W3CDTF">2026-03-22T03:33:28Z</dcterms:created>
  <dcterms:modified xsi:type="dcterms:W3CDTF">2026-03-22T06:15:38Z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